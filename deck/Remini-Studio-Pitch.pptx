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2771575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91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PROPOSAL FOR BENDING SPOONS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1797177"/>
            <a:ext cx="3845481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80"/>
              </a:lnSpc>
              <a:buNone/>
            </a:pPr>
            <a:r>
              <a:rPr lang="en-US" sz="9000" spc="-27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Remini</a:t>
            </a:r>
            <a:endParaRPr lang="en-US" sz="9000" dirty="0"/>
          </a:p>
          <a:p>
            <a:pPr algn="l" indent="0" marL="0">
              <a:lnSpc>
                <a:spcPts val="8280"/>
              </a:lnSpc>
              <a:buNone/>
            </a:pPr>
            <a:r>
              <a:rPr lang="en-US" sz="9000" i="1" spc="-270" kern="0" dirty="0">
                <a:solidFill>
                  <a:srgbClr val="FF4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Studio</a:t>
            </a:r>
            <a:endParaRPr lang="en-US" sz="90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4033876"/>
            <a:ext cx="5894580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40" dirty="0">
                <a:solidFill>
                  <a:srgbClr val="D3D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result to projects that keep going,</a:t>
            </a:r>
            <a:endParaRPr lang="en-US" sz="204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2040" dirty="0">
                <a:solidFill>
                  <a:srgbClr val="D3D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 or with friends</a:t>
            </a:r>
            <a:endParaRPr lang="en-US" sz="204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4910404"/>
            <a:ext cx="404999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Remini feature for at least $5M of NPV over 2 years</a:t>
            </a:r>
            <a:endParaRPr lang="en-US" sz="1140" dirty="0"/>
          </a:p>
        </p:txBody>
      </p:sp>
      <p:sp>
        <p:nvSpPr>
          <p:cNvPr id="6" name="Text 4"/>
          <p:cNvSpPr txBox="1"/>
          <p:nvPr/>
        </p:nvSpPr>
        <p:spPr>
          <a:xfrm>
            <a:off x="670560" y="6297625"/>
            <a:ext cx="3618324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Concept, analysis and prototype by Riccardo Cara · fictitious case data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0804208" y="6297625"/>
            <a:ext cx="781241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CEC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1660965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692201"/>
            <a:ext cx="1557504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167609"/>
            <a:ext cx="4436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40" dirty="0"/>
          </a:p>
        </p:txBody>
      </p:sp>
      <p:sp>
        <p:nvSpPr>
          <p:cNvPr id="5" name="Text 3"/>
          <p:cNvSpPr txBox="1"/>
          <p:nvPr/>
        </p:nvSpPr>
        <p:spPr>
          <a:xfrm>
            <a:off x="1356360" y="2167609"/>
            <a:ext cx="116378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2040" dirty="0"/>
          </a:p>
        </p:txBody>
      </p:sp>
      <p:sp>
        <p:nvSpPr>
          <p:cNvPr id="6" name="Text 4"/>
          <p:cNvSpPr txBox="1"/>
          <p:nvPr/>
        </p:nvSpPr>
        <p:spPr>
          <a:xfrm>
            <a:off x="670560" y="2908178"/>
            <a:ext cx="4436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356360" y="2908178"/>
            <a:ext cx="6080517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the market, Remini today and its users</a:t>
            </a:r>
            <a:endParaRPr lang="en-US" sz="2040" dirty="0"/>
          </a:p>
        </p:txBody>
      </p:sp>
      <p:sp>
        <p:nvSpPr>
          <p:cNvPr id="8" name="Text 6"/>
          <p:cNvSpPr txBox="1"/>
          <p:nvPr/>
        </p:nvSpPr>
        <p:spPr>
          <a:xfrm>
            <a:off x="670560" y="3648747"/>
            <a:ext cx="4436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40" dirty="0"/>
          </a:p>
        </p:txBody>
      </p:sp>
      <p:sp>
        <p:nvSpPr>
          <p:cNvPr id="9" name="Text 7"/>
          <p:cNvSpPr txBox="1"/>
          <p:nvPr/>
        </p:nvSpPr>
        <p:spPr>
          <a:xfrm>
            <a:off x="1356360" y="3648747"/>
            <a:ext cx="1623727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204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4389315"/>
            <a:ext cx="4436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40" dirty="0"/>
          </a:p>
        </p:txBody>
      </p:sp>
      <p:sp>
        <p:nvSpPr>
          <p:cNvPr id="11" name="Text 9"/>
          <p:cNvSpPr txBox="1"/>
          <p:nvPr/>
        </p:nvSpPr>
        <p:spPr>
          <a:xfrm>
            <a:off x="1356360" y="4389315"/>
            <a:ext cx="1437037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5129884"/>
            <a:ext cx="44369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40" dirty="0"/>
          </a:p>
        </p:txBody>
      </p:sp>
      <p:sp>
        <p:nvSpPr>
          <p:cNvPr id="13" name="Text 11"/>
          <p:cNvSpPr txBox="1"/>
          <p:nvPr/>
        </p:nvSpPr>
        <p:spPr>
          <a:xfrm>
            <a:off x="1356360" y="5129884"/>
            <a:ext cx="3276538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test and launch</a:t>
            </a:r>
            <a:endParaRPr lang="en-US" sz="2040" dirty="0"/>
          </a:p>
        </p:txBody>
      </p:sp>
      <p:sp>
        <p:nvSpPr>
          <p:cNvPr id="14" name="Text 12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73009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91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42133"/>
            <a:ext cx="10312718" cy="90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Remini Studio: a personal space to create, keep and grow</a:t>
            </a:r>
            <a:endParaRPr lang="en-US" sz="3360" dirty="0"/>
          </a:p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work, alone or with friends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1382940" y="5356312"/>
            <a:ext cx="110508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PROJECTS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7799" y="5524029"/>
            <a:ext cx="19753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that keep going</a:t>
            </a:r>
            <a:endParaRPr lang="en-US" sz="1440" dirty="0"/>
          </a:p>
        </p:txBody>
      </p:sp>
      <p:sp>
        <p:nvSpPr>
          <p:cNvPr id="6" name="Text 4"/>
          <p:cNvSpPr txBox="1"/>
          <p:nvPr/>
        </p:nvSpPr>
        <p:spPr>
          <a:xfrm>
            <a:off x="4180670" y="5356312"/>
            <a:ext cx="105686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PROFILES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728552" y="5517644"/>
            <a:ext cx="1961217" cy="43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face, saved and</a:t>
            </a:r>
            <a:endParaRPr lang="en-US" sz="1440" dirty="0"/>
          </a:p>
          <a:p>
            <a:pPr algn="ctr" indent="0" marL="0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</a:t>
            </a:r>
            <a:endParaRPr lang="en-US" sz="1440" dirty="0"/>
          </a:p>
        </p:txBody>
      </p:sp>
      <p:sp>
        <p:nvSpPr>
          <p:cNvPr id="8" name="Text 6"/>
          <p:cNvSpPr txBox="1"/>
          <p:nvPr/>
        </p:nvSpPr>
        <p:spPr>
          <a:xfrm>
            <a:off x="6921175" y="5356312"/>
            <a:ext cx="1123212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TOGETHER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176782" y="5517644"/>
            <a:ext cx="2611998" cy="43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join and create with</a:t>
            </a:r>
            <a:endParaRPr lang="en-US" sz="1440" dirty="0"/>
          </a:p>
          <a:p>
            <a:pPr algn="ctr" indent="0" marL="0">
              <a:lnSpc>
                <a:spcPts val="173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440" dirty="0"/>
          </a:p>
        </p:txBody>
      </p:sp>
      <p:sp>
        <p:nvSpPr>
          <p:cNvPr id="10" name="Text 8"/>
          <p:cNvSpPr txBox="1"/>
          <p:nvPr/>
        </p:nvSpPr>
        <p:spPr>
          <a:xfrm>
            <a:off x="9596618" y="5356312"/>
            <a:ext cx="1319565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AI ACROSS IT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939274" y="5524029"/>
            <a:ext cx="26343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chat in every project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6297625"/>
            <a:ext cx="3682360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limits stay the same · you choose what to keep · private, not a feed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CEC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918686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42133"/>
            <a:ext cx="10524244" cy="90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free limit lands inside a job people care about, and the</a:t>
            </a:r>
            <a:endParaRPr lang="en-US" sz="3360" dirty="0"/>
          </a:p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scenario reaches the $5M target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4328160" y="2552748"/>
            <a:ext cx="321983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OVER 2 YEARS · BALANCED SCENARIO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328160" y="2576598"/>
            <a:ext cx="3157514" cy="1120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920" spc="-158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$5.3M</a:t>
            </a:r>
            <a:endParaRPr lang="en-US" sz="7920" dirty="0"/>
          </a:p>
        </p:txBody>
      </p:sp>
      <p:sp>
        <p:nvSpPr>
          <p:cNvPr id="6" name="Text 4"/>
          <p:cNvSpPr txBox="1"/>
          <p:nvPr/>
        </p:nvSpPr>
        <p:spPr>
          <a:xfrm>
            <a:off x="7065050" y="3252340"/>
            <a:ext cx="1796606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40" dirty="0">
                <a:solidFill>
                  <a:srgbClr val="FF2E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1.06x target</a:t>
            </a:r>
            <a:endParaRPr lang="en-US" sz="2640" dirty="0"/>
          </a:p>
        </p:txBody>
      </p:sp>
      <p:sp>
        <p:nvSpPr>
          <p:cNvPr id="7" name="Text 5"/>
          <p:cNvSpPr txBox="1"/>
          <p:nvPr/>
        </p:nvSpPr>
        <p:spPr>
          <a:xfrm>
            <a:off x="7970520" y="3759684"/>
            <a:ext cx="640318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 target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28160" y="4050168"/>
            <a:ext cx="75704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rush</a:t>
            </a:r>
            <a:endParaRPr lang="en-US" sz="126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4006191"/>
            <a:ext cx="74056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$4.7M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28160" y="4400688"/>
            <a:ext cx="80753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356711"/>
            <a:ext cx="74056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2E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$5.3M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28160" y="4751208"/>
            <a:ext cx="736806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4707231"/>
            <a:ext cx="740569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$6.3M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5319270"/>
            <a:ext cx="10925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start +10%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5917525" y="5319270"/>
            <a:ext cx="116063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held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7373183" y="5319270"/>
            <a:ext cx="114057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weeks +6%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756285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42133"/>
            <a:ext cx="10502255" cy="90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edits are easy to find, so Remini's next step is value</a:t>
            </a:r>
            <a:endParaRPr lang="en-US" sz="3360" dirty="0"/>
          </a:p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carries on after the first result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2437852"/>
            <a:ext cx="95733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755100" y="2420098"/>
            <a:ext cx="175354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edits are a commodity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3607356" y="2420098"/>
            <a:ext cx="147952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waves are short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5205889" y="2420098"/>
            <a:ext cx="197587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are harder to win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7264003" y="2420098"/>
            <a:ext cx="18935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revenue over time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957613"/>
            <a:ext cx="1500259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40" spc="-125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5%</a:t>
            </a:r>
            <a:endParaRPr lang="en-US" sz="624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3930029"/>
            <a:ext cx="32602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installs start a trial: large room to grow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4409361" y="2957613"/>
            <a:ext cx="188066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40" spc="-125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98%</a:t>
            </a:r>
            <a:endParaRPr lang="en-US" sz="6240" dirty="0"/>
          </a:p>
        </p:txBody>
      </p:sp>
      <p:sp>
        <p:nvSpPr>
          <p:cNvPr id="12" name="Text 10"/>
          <p:cNvSpPr txBox="1"/>
          <p:nvPr/>
        </p:nvSpPr>
        <p:spPr>
          <a:xfrm>
            <a:off x="4409361" y="3906626"/>
            <a:ext cx="3039166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daily users installed earlier: a large,</a:t>
            </a:r>
            <a:endParaRPr lang="en-US" sz="1320" dirty="0"/>
          </a:p>
          <a:p>
            <a:pPr algn="l" indent="0" marL="0">
              <a:lnSpc>
                <a:spcPts val="178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 base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8148280" y="2957613"/>
            <a:ext cx="2267617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40" spc="-125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wks</a:t>
            </a:r>
            <a:endParaRPr lang="en-US" sz="6240" dirty="0"/>
          </a:p>
        </p:txBody>
      </p:sp>
      <p:sp>
        <p:nvSpPr>
          <p:cNvPr id="14" name="Text 12"/>
          <p:cNvSpPr txBox="1"/>
          <p:nvPr/>
        </p:nvSpPr>
        <p:spPr>
          <a:xfrm>
            <a:off x="8148280" y="3930029"/>
            <a:ext cx="22641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long subscribers stay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853440" y="4876014"/>
            <a:ext cx="56376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FIXERS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3440" y="5031326"/>
            <a:ext cx="3099602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to improve their photos: big jobs</a:t>
            </a:r>
            <a:endParaRPr lang="en-US" sz="132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stop at the free limit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4407694" y="4876014"/>
            <a:ext cx="809149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407694" y="5031326"/>
            <a:ext cx="3220217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to create: small jobs that end with</a:t>
            </a:r>
            <a:endParaRPr lang="en-US" sz="132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trial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7992547" y="4938598"/>
            <a:ext cx="3472248" cy="49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38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something that carries on after</a:t>
            </a:r>
            <a:endParaRPr lang="en-US" sz="1380" dirty="0"/>
          </a:p>
          <a:p>
            <a:pPr algn="l" indent="0" marL="0">
              <a:lnSpc>
                <a:spcPts val="1930"/>
              </a:lnSpc>
              <a:buNone/>
            </a:pPr>
            <a:r>
              <a:rPr lang="en-US" sz="138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result</a:t>
            </a:r>
            <a:endParaRPr lang="en-US" sz="1380" dirty="0"/>
          </a:p>
        </p:txBody>
      </p:sp>
      <p:sp>
        <p:nvSpPr>
          <p:cNvPr id="20" name="Text 18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1144686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91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692201"/>
            <a:ext cx="7430043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60" spc="-34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step of the journey moves one lever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1323065" y="4747427"/>
            <a:ext cx="1053260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RESULT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72752" y="4915143"/>
            <a:ext cx="195388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starts a project</a:t>
            </a:r>
            <a:endParaRPr lang="en-US" sz="1440" dirty="0"/>
          </a:p>
        </p:txBody>
      </p:sp>
      <p:sp>
        <p:nvSpPr>
          <p:cNvPr id="6" name="Text 4"/>
          <p:cNvSpPr txBox="1"/>
          <p:nvPr/>
        </p:nvSpPr>
        <p:spPr>
          <a:xfrm>
            <a:off x="923735" y="5299624"/>
            <a:ext cx="18214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job bigger than one edit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4260175" y="4747427"/>
            <a:ext cx="840700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LIMIT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89741" y="4915143"/>
            <a:ext cx="23815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lands inside the project</a:t>
            </a:r>
            <a:endParaRPr lang="en-US" sz="1440" dirty="0"/>
          </a:p>
        </p:txBody>
      </p:sp>
      <p:sp>
        <p:nvSpPr>
          <p:cNvPr id="9" name="Text 7"/>
          <p:cNvSpPr txBox="1"/>
          <p:nvPr/>
        </p:nvSpPr>
        <p:spPr>
          <a:xfrm>
            <a:off x="4383929" y="5299624"/>
            <a:ext cx="6998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start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7053977" y="4747427"/>
            <a:ext cx="914876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WEEK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695656" y="4915143"/>
            <a:ext cx="163151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unlocks</a:t>
            </a:r>
            <a:endParaRPr lang="en-US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7146179" y="5299624"/>
            <a:ext cx="83691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7047119" y="5596804"/>
            <a:ext cx="103515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Invited installs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9816070" y="4747427"/>
            <a:ext cx="1052232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108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LATER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169918" y="4915143"/>
            <a:ext cx="23445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waiting to continue</a:t>
            </a:r>
            <a:endParaRPr lang="en-US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984629" y="5299624"/>
            <a:ext cx="82191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weeks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6297625"/>
            <a:ext cx="4572443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returning users find a project worth a trial, and a history of your work is hard to leave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CEC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6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918686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42133"/>
            <a:ext cx="10364410" cy="90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Studio needs about 16% more revenue per install, and the</a:t>
            </a:r>
            <a:endParaRPr lang="en-US" sz="3360" dirty="0"/>
          </a:p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scenario delivers 16.9%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1750609"/>
            <a:ext cx="58054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revenue per install by scenario, against the bar each needs for the $5M target</a:t>
            </a:r>
            <a:endParaRPr lang="en-US" sz="1080" dirty="0"/>
          </a:p>
        </p:txBody>
      </p:sp>
      <p:sp>
        <p:nvSpPr>
          <p:cNvPr id="5" name="Text 3"/>
          <p:cNvSpPr txBox="1"/>
          <p:nvPr/>
        </p:nvSpPr>
        <p:spPr>
          <a:xfrm>
            <a:off x="6981349" y="2911592"/>
            <a:ext cx="171805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for the $5M target</a:t>
            </a:r>
            <a:endParaRPr lang="en-US" sz="1020" dirty="0"/>
          </a:p>
        </p:txBody>
      </p:sp>
      <p:sp>
        <p:nvSpPr>
          <p:cNvPr id="6" name="Text 4"/>
          <p:cNvSpPr txBox="1"/>
          <p:nvPr/>
        </p:nvSpPr>
        <p:spPr>
          <a:xfrm>
            <a:off x="6615589" y="3263789"/>
            <a:ext cx="2007508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IS THE PIVOT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615589" y="3441640"/>
            <a:ext cx="328541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trials alone earn less: +14% vs +17%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6615589" y="3853863"/>
            <a:ext cx="201882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COST IS MARGIN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15589" y="4031713"/>
            <a:ext cx="189255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to 86% after AI cost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615589" y="4443936"/>
            <a:ext cx="2238323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USERS ADD $0.8M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615589" y="4621787"/>
            <a:ext cx="196957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least evidenced input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615589" y="5034010"/>
            <a:ext cx="1832629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IN EVIDENCE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615589" y="5211861"/>
            <a:ext cx="484170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Photos lifted trials 20%; the Balanced scenario assumes half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7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944604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742133"/>
            <a:ext cx="10195317" cy="90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Technically low risk, and operationally manageable with</a:t>
            </a:r>
            <a:endParaRPr lang="en-US" sz="3360" dirty="0"/>
          </a:p>
          <a:p>
            <a:pPr algn="l" indent="0" marL="0">
              <a:lnSpc>
                <a:spcPts val="3560"/>
              </a:lnSpc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rules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1021080" y="2800269"/>
            <a:ext cx="1965331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20" b="1" spc="122" kern="0" dirty="0">
                <a:solidFill>
                  <a:srgbClr val="178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· LOW RISK</a:t>
            </a:r>
            <a:endParaRPr lang="en-US" sz="102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47"/>
            <a:ext cx="1568382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60" b="1" spc="115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REMINI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1036320" y="3559754"/>
            <a:ext cx="1031677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profiles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96597" y="3559754"/>
            <a:ext cx="18228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and AI photos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36320" y="3933134"/>
            <a:ext cx="2231507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packs and duo shoots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2571" y="3933134"/>
            <a:ext cx="599599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31787"/>
            <a:ext cx="1152787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60" b="1" spc="115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BUILD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1036320" y="4717994"/>
            <a:ext cx="1875063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area and storage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92529" y="4717994"/>
            <a:ext cx="938451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all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36320" y="5091374"/>
            <a:ext cx="2131338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Invites and shared projects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59880" y="2800269"/>
            <a:ext cx="2544232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20" b="1" spc="122" kern="0" dirty="0">
                <a:solidFill>
                  <a:srgbClr val="FF2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· CLEAR RULES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6553200" y="3327802"/>
            <a:ext cx="62836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</a:t>
            </a:r>
            <a:endParaRPr lang="en-US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7696200" y="3327802"/>
            <a:ext cx="338146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you add yours, and can remove it</a:t>
            </a:r>
            <a:endParaRPr lang="en-US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553200" y="3856558"/>
            <a:ext cx="76052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7696200" y="3856558"/>
            <a:ext cx="355763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consent and deletion as AI Photos</a:t>
            </a:r>
            <a:endParaRPr lang="en-US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6553200" y="4385315"/>
            <a:ext cx="80052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7696200" y="4385315"/>
            <a:ext cx="289784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private to their members</a:t>
            </a:r>
            <a:endParaRPr lang="en-US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553200" y="4914071"/>
            <a:ext cx="9022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7696200" y="4914071"/>
            <a:ext cx="238208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4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limits and a 7-day trial</a:t>
            </a:r>
            <a:endParaRPr lang="en-US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8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1427321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LAUNCH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692201"/>
            <a:ext cx="9419806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60" spc="-34" kern="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random test on new installs settles it within weeks</a:t>
            </a:r>
            <a:endParaRPr lang="en-US" sz="336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3891"/>
            <a:ext cx="1380792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 and 2</a:t>
            </a:r>
            <a:endParaRPr lang="en-US" sz="138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30017"/>
            <a:ext cx="38733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4439841" y="2483891"/>
            <a:ext cx="776907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380" dirty="0"/>
          </a:p>
        </p:txBody>
      </p:sp>
      <p:sp>
        <p:nvSpPr>
          <p:cNvPr id="7" name="Text 5"/>
          <p:cNvSpPr txBox="1"/>
          <p:nvPr/>
        </p:nvSpPr>
        <p:spPr>
          <a:xfrm>
            <a:off x="4439841" y="2730017"/>
            <a:ext cx="83715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10%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6271141" y="2483891"/>
            <a:ext cx="776907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380" dirty="0"/>
          </a:p>
        </p:txBody>
      </p:sp>
      <p:sp>
        <p:nvSpPr>
          <p:cNvPr id="9" name="Text 7"/>
          <p:cNvSpPr txBox="1"/>
          <p:nvPr/>
        </p:nvSpPr>
        <p:spPr>
          <a:xfrm>
            <a:off x="6271141" y="2730017"/>
            <a:ext cx="35685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8102560" y="2483891"/>
            <a:ext cx="1556423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 onwards</a:t>
            </a:r>
            <a:endParaRPr lang="en-US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8102560" y="2730017"/>
            <a:ext cx="6617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13175"/>
            <a:ext cx="922044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08924"/>
            <a:ext cx="3270623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install after costs clears the</a:t>
            </a:r>
            <a:endParaRPr lang="en-US" sz="132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4546521" y="3613175"/>
            <a:ext cx="9581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4546521" y="3908924"/>
            <a:ext cx="3160552" cy="469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use Studio, but money does not</a:t>
            </a:r>
            <a:endParaRPr lang="en-US" sz="132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8224480" y="3613175"/>
            <a:ext cx="60212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224480" y="3938245"/>
            <a:ext cx="27270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trials nor repeat use move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899689"/>
            <a:ext cx="2825582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40" dirty="0">
                <a:solidFill>
                  <a:srgbClr val="0B0B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</a:t>
            </a:r>
            <a:pPr algn="l" indent="0" marL="0">
              <a:buNone/>
            </a:pPr>
            <a:r>
              <a:rPr lang="en-US" sz="2640" i="1" dirty="0">
                <a:solidFill>
                  <a:srgbClr val="FF4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live demo</a:t>
            </a:r>
            <a:endParaRPr lang="en-US" sz="2640" dirty="0"/>
          </a:p>
        </p:txBody>
      </p:sp>
      <p:sp>
        <p:nvSpPr>
          <p:cNvPr id="19" name="Text 17"/>
          <p:cNvSpPr txBox="1"/>
          <p:nvPr/>
        </p:nvSpPr>
        <p:spPr>
          <a:xfrm>
            <a:off x="10650022" y="6297625"/>
            <a:ext cx="94113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A3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A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9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75360" y="475107"/>
            <a:ext cx="1157416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91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130391" y="2278761"/>
            <a:ext cx="5931098" cy="143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200" spc="-306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</a:t>
            </a:r>
            <a:pPr algn="ctr" indent="0" marL="0">
              <a:buNone/>
            </a:pPr>
            <a:r>
              <a:rPr lang="en-US" sz="10200" i="1" spc="-306" kern="0" dirty="0">
                <a:solidFill>
                  <a:srgbClr val="FF4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sz="10200" dirty="0"/>
          </a:p>
        </p:txBody>
      </p:sp>
      <p:sp>
        <p:nvSpPr>
          <p:cNvPr id="4" name="Text 2"/>
          <p:cNvSpPr txBox="1"/>
          <p:nvPr/>
        </p:nvSpPr>
        <p:spPr>
          <a:xfrm>
            <a:off x="5403390" y="3995852"/>
            <a:ext cx="13851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60" dirty="0">
                <a:solidFill>
                  <a:srgbClr val="9D9D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Riccardo Cara</a:t>
            </a:r>
            <a:endParaRPr lang="en-US" sz="1560" dirty="0"/>
          </a:p>
        </p:txBody>
      </p:sp>
      <p:sp>
        <p:nvSpPr>
          <p:cNvPr id="5" name="Text 3"/>
          <p:cNvSpPr txBox="1"/>
          <p:nvPr/>
        </p:nvSpPr>
        <p:spPr>
          <a:xfrm>
            <a:off x="10590728" y="6297625"/>
            <a:ext cx="1005168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CECE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Remini Studio </a:t>
            </a:r>
            <a:pPr algn="l" indent="0" marL="0">
              <a:buNone/>
            </a:pPr>
            <a:r>
              <a:rPr lang="en-US" sz="840" dirty="0">
                <a:solidFill>
                  <a:srgbClr val="797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Remini Studio</dc:title>
  <dc:subject>PptxGenJS Presentation</dc:subject>
  <dc:creator>Riccardo Cara</dc:creator>
  <cp:lastModifiedBy>Riccardo Cara</cp:lastModifiedBy>
  <cp:revision>1</cp:revision>
  <dcterms:created xsi:type="dcterms:W3CDTF">2026-10-01T13:18:09Z</dcterms:created>
  <dcterms:modified xsi:type="dcterms:W3CDTF">2026-10-01T13:18:09Z</dcterms:modified>
</cp:coreProperties>
</file>